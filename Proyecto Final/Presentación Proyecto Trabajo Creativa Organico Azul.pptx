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hildling" charset="1" panose="00000000000000000000"/>
      <p:regular r:id="rId14"/>
    </p:embeddedFont>
    <p:embeddedFont>
      <p:font typeface="Marykate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7039" y="2417062"/>
            <a:ext cx="14813922" cy="631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6"/>
              </a:lnSpc>
            </a:pPr>
            <a:r>
              <a:rPr lang="en-US" sz="24170" spc="-773">
                <a:solidFill>
                  <a:srgbClr val="003578"/>
                </a:solidFill>
                <a:latin typeface="Childling"/>
                <a:ea typeface="Childling"/>
                <a:cs typeface="Childling"/>
                <a:sym typeface="Childling"/>
              </a:rPr>
              <a:t>PROYECTO FINAL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07092" y="1128120"/>
            <a:ext cx="4505904" cy="115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6"/>
              </a:lnSpc>
            </a:pPr>
            <a:r>
              <a:rPr lang="en-US" sz="5477" spc="564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DEVICE-WATCH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245906" y="5485712"/>
            <a:ext cx="1843201" cy="2431080"/>
          </a:xfrm>
          <a:custGeom>
            <a:avLst/>
            <a:gdLst/>
            <a:ahLst/>
            <a:cxnLst/>
            <a:rect r="r" b="b" t="t" l="l"/>
            <a:pathLst>
              <a:path h="2431080" w="1843201">
                <a:moveTo>
                  <a:pt x="0" y="0"/>
                </a:moveTo>
                <a:lnTo>
                  <a:pt x="1843200" y="0"/>
                </a:lnTo>
                <a:lnTo>
                  <a:pt x="1843200" y="2431080"/>
                </a:lnTo>
                <a:lnTo>
                  <a:pt x="0" y="243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65577" y="8310119"/>
            <a:ext cx="5956846" cy="7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8"/>
              </a:lnSpc>
            </a:pPr>
            <a:r>
              <a:rPr lang="en-US" sz="4245" spc="437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POR: RICHARD RODRIGUEZ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1560" y="2040826"/>
            <a:ext cx="14864881" cy="141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1"/>
              </a:lnSpc>
            </a:pPr>
            <a:r>
              <a:rPr lang="en-US" sz="97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¿QUE ES DEVICE-WATCH?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9841823" y="-360495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59995">
            <a:off x="4581302" y="-280677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86922" y="3843389"/>
            <a:ext cx="11843063" cy="373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7"/>
              </a:lnSpc>
            </a:pPr>
            <a:r>
              <a:rPr lang="en-US" sz="6290" spc="352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DEVICE-WATCH NO ES MAS QUE UNA APLICACION WEB QUE PERTIME MONITORIAR LA USABILIDADE DE LOS PUERTOS DE NUESTA COPUTADORA (LAPTO/ESCRITORIO).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491922">
            <a:off x="-3415034" y="-4294567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491939">
            <a:off x="15610956" y="370100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4223439" y="-243796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2601628" y="3763338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48094" y="-119088"/>
            <a:ext cx="12509152" cy="10406088"/>
          </a:xfrm>
          <a:custGeom>
            <a:avLst/>
            <a:gdLst/>
            <a:ahLst/>
            <a:cxnLst/>
            <a:rect r="r" b="b" t="t" l="l"/>
            <a:pathLst>
              <a:path h="10406088" w="12509152">
                <a:moveTo>
                  <a:pt x="0" y="0"/>
                </a:moveTo>
                <a:lnTo>
                  <a:pt x="12509152" y="0"/>
                </a:lnTo>
                <a:lnTo>
                  <a:pt x="12509152" y="10406088"/>
                </a:lnTo>
                <a:lnTo>
                  <a:pt x="0" y="10406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9" t="-546" r="-1209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989756">
            <a:off x="-912176" y="8560424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37161">
            <a:off x="10633373" y="-241490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775363">
            <a:off x="15316856" y="-112273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299851" y="-5507585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4262865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08706" y="249519"/>
            <a:ext cx="14005280" cy="9787962"/>
          </a:xfrm>
          <a:custGeom>
            <a:avLst/>
            <a:gdLst/>
            <a:ahLst/>
            <a:cxnLst/>
            <a:rect r="r" b="b" t="t" l="l"/>
            <a:pathLst>
              <a:path h="9787962" w="14005280">
                <a:moveTo>
                  <a:pt x="0" y="0"/>
                </a:moveTo>
                <a:lnTo>
                  <a:pt x="14005280" y="0"/>
                </a:lnTo>
                <a:lnTo>
                  <a:pt x="14005280" y="9787962"/>
                </a:lnTo>
                <a:lnTo>
                  <a:pt x="0" y="9787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595" r="0" b="-1090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9841823" y="-360495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59995">
            <a:off x="4581302" y="-280677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88230" y="2190592"/>
            <a:ext cx="11036325" cy="7876283"/>
          </a:xfrm>
          <a:custGeom>
            <a:avLst/>
            <a:gdLst/>
            <a:ahLst/>
            <a:cxnLst/>
            <a:rect r="r" b="b" t="t" l="l"/>
            <a:pathLst>
              <a:path h="7876283" w="11036325">
                <a:moveTo>
                  <a:pt x="0" y="0"/>
                </a:moveTo>
                <a:lnTo>
                  <a:pt x="11036325" y="0"/>
                </a:lnTo>
                <a:lnTo>
                  <a:pt x="11036325" y="7876284"/>
                </a:lnTo>
                <a:lnTo>
                  <a:pt x="0" y="7876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52086" y="803576"/>
            <a:ext cx="15198509" cy="167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9"/>
              </a:lnSpc>
            </a:pPr>
            <a:r>
              <a:rPr lang="en-US" sz="116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DIAGRAMA DE LA BASE DE DATOS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491922">
            <a:off x="-4541578" y="-5401015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74774">
            <a:off x="-3290302" y="245561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544531">
            <a:off x="16830150" y="38121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774774">
            <a:off x="14288156" y="833698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76698"/>
            <a:ext cx="6656013" cy="1360353"/>
          </a:xfrm>
          <a:custGeom>
            <a:avLst/>
            <a:gdLst/>
            <a:ahLst/>
            <a:cxnLst/>
            <a:rect r="r" b="b" t="t" l="l"/>
            <a:pathLst>
              <a:path h="1360353" w="6656013">
                <a:moveTo>
                  <a:pt x="0" y="0"/>
                </a:moveTo>
                <a:lnTo>
                  <a:pt x="6656013" y="0"/>
                </a:lnTo>
                <a:lnTo>
                  <a:pt x="6656013" y="1360354"/>
                </a:lnTo>
                <a:lnTo>
                  <a:pt x="0" y="1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32660" y="2321044"/>
            <a:ext cx="6816692" cy="2327178"/>
          </a:xfrm>
          <a:custGeom>
            <a:avLst/>
            <a:gdLst/>
            <a:ahLst/>
            <a:cxnLst/>
            <a:rect r="r" b="b" t="t" l="l"/>
            <a:pathLst>
              <a:path h="2327178" w="6816692">
                <a:moveTo>
                  <a:pt x="0" y="0"/>
                </a:moveTo>
                <a:lnTo>
                  <a:pt x="6816692" y="0"/>
                </a:lnTo>
                <a:lnTo>
                  <a:pt x="6816692" y="2327178"/>
                </a:lnTo>
                <a:lnTo>
                  <a:pt x="0" y="23271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5607" y="5143500"/>
            <a:ext cx="9367053" cy="4636691"/>
          </a:xfrm>
          <a:custGeom>
            <a:avLst/>
            <a:gdLst/>
            <a:ahLst/>
            <a:cxnLst/>
            <a:rect r="r" b="b" t="t" l="l"/>
            <a:pathLst>
              <a:path h="4636691" w="9367053">
                <a:moveTo>
                  <a:pt x="0" y="0"/>
                </a:moveTo>
                <a:lnTo>
                  <a:pt x="9367053" y="0"/>
                </a:lnTo>
                <a:lnTo>
                  <a:pt x="9367053" y="4636691"/>
                </a:lnTo>
                <a:lnTo>
                  <a:pt x="0" y="46366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55207" y="5783683"/>
            <a:ext cx="8256436" cy="4181739"/>
          </a:xfrm>
          <a:custGeom>
            <a:avLst/>
            <a:gdLst/>
            <a:ahLst/>
            <a:cxnLst/>
            <a:rect r="r" b="b" t="t" l="l"/>
            <a:pathLst>
              <a:path h="4181739" w="8256436">
                <a:moveTo>
                  <a:pt x="0" y="0"/>
                </a:moveTo>
                <a:lnTo>
                  <a:pt x="8256436" y="0"/>
                </a:lnTo>
                <a:lnTo>
                  <a:pt x="8256436" y="4181739"/>
                </a:lnTo>
                <a:lnTo>
                  <a:pt x="0" y="4181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241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27902" y="680495"/>
            <a:ext cx="5832197" cy="13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1"/>
              </a:lnSpc>
            </a:pPr>
            <a:r>
              <a:rPr lang="en-US" sz="90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CODIGO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046373" y="1899403"/>
            <a:ext cx="10413426" cy="74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spc="24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Librerias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81424" y="1563631"/>
            <a:ext cx="10413426" cy="74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spc="24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Get and 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558219" y="4226581"/>
            <a:ext cx="10413426" cy="74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spc="24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Reportes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6712" y="4957507"/>
            <a:ext cx="10413426" cy="74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spc="24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Archivo xlsx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9995">
            <a:off x="-1975167" y="7847038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29618" y="987317"/>
            <a:ext cx="10028763" cy="167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sz="116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VISTA DEL REPORTE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7491922">
            <a:off x="13638276" y="-368727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784072">
            <a:off x="15316856" y="4078839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52547" y="2425197"/>
            <a:ext cx="12005626" cy="5858746"/>
          </a:xfrm>
          <a:custGeom>
            <a:avLst/>
            <a:gdLst/>
            <a:ahLst/>
            <a:cxnLst/>
            <a:rect r="r" b="b" t="t" l="l"/>
            <a:pathLst>
              <a:path h="5858746" w="12005626">
                <a:moveTo>
                  <a:pt x="0" y="0"/>
                </a:moveTo>
                <a:lnTo>
                  <a:pt x="12005626" y="0"/>
                </a:lnTo>
                <a:lnTo>
                  <a:pt x="12005626" y="5858746"/>
                </a:lnTo>
                <a:lnTo>
                  <a:pt x="0" y="5858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064932" y="848452"/>
            <a:ext cx="26866026" cy="943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5"/>
              </a:lnSpc>
            </a:pPr>
            <a:r>
              <a:rPr lang="en-US" sz="36115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¡MUCHAS 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DAG7m4bz1D8</dc:identifier>
  <dcterms:modified xsi:type="dcterms:W3CDTF">2011-08-01T06:04:30Z</dcterms:modified>
  <cp:revision>1</cp:revision>
  <dc:title>Presentación Proyecto Trabajo Creativa Organico Azul</dc:title>
</cp:coreProperties>
</file>